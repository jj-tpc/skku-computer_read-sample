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오늘은 인공지능이 우리의 학교생활을 어떻게 바꾸고 있는지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인공지능은 사람처럼 배우고 판단하는 컴퓨터 프로그램입니다.</a:t>
            </a:r>
          </a:p>
          <a:p>
            <a:r>
              <a:t>많은 데이터를 보고 스스로 규칙을 찾아낸다는 점이 일반 프로그램과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인공지능은 편리하지만 답이 항상 맞는 것은 아닙니다. 꼭 다시 확인하는 습관이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지금까지 발표를 들어 주셔서 감사합니다. 궁금한 점이 있으면 질문해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인공지능과 우리의 학교생활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컴퓨터 과목 발표 · 2학년 3반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인공지능이란?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사람처럼 배우고 판단하는 컴퓨터 프로그램</a:t>
            </a:r>
          </a:p>
          <a:p>
            <a:r>
              <a:t>데이터에서 규칙을 스스로 찾아냄</a:t>
            </a:r>
          </a:p>
          <a:p>
            <a:r>
              <a:t>번역, 음성 인식, 그림 그리기 등에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학교에서 쓰이는 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762000">
                <a:tc>
                  <a:txBody>
                    <a:bodyPr/>
                    <a:lstStyle/>
                    <a:p>
                      <a:r>
                        <a:t>분야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예시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수업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튜터, 자동 채점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생활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급식 메뉴 추천, 번역기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(예비) 질문 대비 자료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인공지능이 틀릴 때는 어떻게 하나요?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좋은 점</a:t>
            </a:r>
          </a:p>
          <a:p>
            <a:r>
              <a:t>• 궁금한 것을 바로 물어볼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주의할 점</a:t>
            </a:r>
          </a:p>
          <a:p>
            <a:r>
              <a:t>• 답이 항상 맞지는 않다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질문 있으신가요?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